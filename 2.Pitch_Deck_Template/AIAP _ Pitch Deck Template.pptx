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igtree Medium"/>
      <p:regular r:id="rId14"/>
      <p:bold r:id="rId15"/>
      <p:italic r:id="rId16"/>
      <p:boldItalic r:id="rId17"/>
    </p:embeddedFont>
    <p:embeddedFont>
      <p:font typeface="Lora Medium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Lora SemiBold"/>
      <p:regular r:id="rId26"/>
      <p:bold r:id="rId27"/>
      <p:italic r:id="rId28"/>
      <p:boldItalic r:id="rId29"/>
    </p:embeddedFont>
    <p:embeddedFont>
      <p:font typeface="Lora"/>
      <p:regular r:id="rId30"/>
      <p:bold r:id="rId31"/>
      <p:italic r:id="rId32"/>
      <p:boldItalic r:id="rId33"/>
    </p:embeddedFont>
    <p:embeddedFont>
      <p:font typeface="Figtree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Medium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LoraMedium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SemiBold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LoraSemiBold-italic.fntdata"/><Relationship Id="rId27" Type="http://schemas.openxmlformats.org/officeDocument/2006/relationships/font" Target="fonts/Lora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ora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ra-bold.fntdata"/><Relationship Id="rId30" Type="http://schemas.openxmlformats.org/officeDocument/2006/relationships/font" Target="fonts/Lora-regular.fntdata"/><Relationship Id="rId11" Type="http://schemas.openxmlformats.org/officeDocument/2006/relationships/slide" Target="slides/slide6.xml"/><Relationship Id="rId33" Type="http://schemas.openxmlformats.org/officeDocument/2006/relationships/font" Target="fonts/Lora-boldItalic.fntdata"/><Relationship Id="rId10" Type="http://schemas.openxmlformats.org/officeDocument/2006/relationships/slide" Target="slides/slide5.xml"/><Relationship Id="rId32" Type="http://schemas.openxmlformats.org/officeDocument/2006/relationships/font" Target="fonts/Lora-italic.fntdata"/><Relationship Id="rId13" Type="http://schemas.openxmlformats.org/officeDocument/2006/relationships/slide" Target="slides/slide8.xml"/><Relationship Id="rId35" Type="http://schemas.openxmlformats.org/officeDocument/2006/relationships/font" Target="fonts/FigtreeSemiBold-bold.fntdata"/><Relationship Id="rId12" Type="http://schemas.openxmlformats.org/officeDocument/2006/relationships/slide" Target="slides/slide7.xml"/><Relationship Id="rId34" Type="http://schemas.openxmlformats.org/officeDocument/2006/relationships/font" Target="fonts/FigtreeSemiBold-regular.fntdata"/><Relationship Id="rId15" Type="http://schemas.openxmlformats.org/officeDocument/2006/relationships/font" Target="fonts/FigtreeMedium-bold.fntdata"/><Relationship Id="rId37" Type="http://schemas.openxmlformats.org/officeDocument/2006/relationships/font" Target="fonts/FigtreeSemiBold-boldItalic.fntdata"/><Relationship Id="rId14" Type="http://schemas.openxmlformats.org/officeDocument/2006/relationships/font" Target="fonts/FigtreeMedium-regular.fntdata"/><Relationship Id="rId36" Type="http://schemas.openxmlformats.org/officeDocument/2006/relationships/font" Target="fonts/FigtreeSemiBold-italic.fntdata"/><Relationship Id="rId17" Type="http://schemas.openxmlformats.org/officeDocument/2006/relationships/font" Target="fonts/FigtreeMedium-boldItalic.fntdata"/><Relationship Id="rId16" Type="http://schemas.openxmlformats.org/officeDocument/2006/relationships/font" Target="fonts/FigtreeMedium-italic.fntdata"/><Relationship Id="rId19" Type="http://schemas.openxmlformats.org/officeDocument/2006/relationships/font" Target="fonts/LoraMedium-bold.fntdata"/><Relationship Id="rId18" Type="http://schemas.openxmlformats.org/officeDocument/2006/relationships/font" Target="fonts/Lora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ed19b84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ed19b84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ed19b842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ed19b842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badf9e79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badf9e79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ed19b842a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ed19b842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adf9e7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badf9e7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bc9d68d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bc9d68d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ed19b842a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6ed19b842a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4462"/>
            <a:ext cx="9144003" cy="5152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 title="slide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2550"/>
            <a:ext cx="9143999" cy="51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 title="slide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74173" cy="52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255475" y="289650"/>
            <a:ext cx="4167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GROUP NUMBER</a:t>
            </a:r>
            <a:endParaRPr b="1" sz="22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" name="Google Shape;66;p16"/>
          <p:cNvSpPr txBox="1"/>
          <p:nvPr/>
        </p:nvSpPr>
        <p:spPr>
          <a:xfrm>
            <a:off x="728525" y="2289900"/>
            <a:ext cx="41670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Project/MVP Title</a:t>
            </a:r>
            <a:endParaRPr sz="2400">
              <a:solidFill>
                <a:schemeClr val="lt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porate headshot of a woman" id="72" name="Google Shape;72;p17"/>
          <p:cNvPicPr preferRelativeResize="0"/>
          <p:nvPr/>
        </p:nvPicPr>
        <p:blipFill rotWithShape="1">
          <a:blip r:embed="rId4">
            <a:alphaModFix/>
          </a:blip>
          <a:srcRect b="5978" l="5978" r="5978" t="5978"/>
          <a:stretch/>
        </p:blipFill>
        <p:spPr>
          <a:xfrm>
            <a:off x="1181526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" name="Google Shape;73;p17"/>
          <p:cNvSpPr txBox="1"/>
          <p:nvPr/>
        </p:nvSpPr>
        <p:spPr>
          <a:xfrm>
            <a:off x="115294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Lucy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904850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1105773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86270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5">
            <a:alphaModFix/>
          </a:blip>
          <a:srcRect b="29540" l="0" r="0" t="3793"/>
          <a:stretch/>
        </p:blipFill>
        <p:spPr>
          <a:xfrm>
            <a:off x="3065915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" name="Google Shape;78;p17"/>
          <p:cNvSpPr txBox="1"/>
          <p:nvPr/>
        </p:nvSpPr>
        <p:spPr>
          <a:xfrm>
            <a:off x="303733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Dan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2789239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2990112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274709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6">
            <a:alphaModFix/>
          </a:blip>
          <a:srcRect b="30956" l="21959" r="35386" t="9410"/>
          <a:stretch/>
        </p:blipFill>
        <p:spPr>
          <a:xfrm>
            <a:off x="496253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" name="Google Shape;83;p17"/>
          <p:cNvSpPr txBox="1"/>
          <p:nvPr/>
        </p:nvSpPr>
        <p:spPr>
          <a:xfrm>
            <a:off x="493396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Alex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8586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88060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464371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7">
            <a:alphaModFix/>
          </a:blip>
          <a:srcRect b="8867" l="6007" r="14013" t="0"/>
          <a:stretch/>
        </p:blipFill>
        <p:spPr>
          <a:xfrm>
            <a:off x="684692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" name="Google Shape;88;p17"/>
          <p:cNvSpPr txBox="1"/>
          <p:nvPr/>
        </p:nvSpPr>
        <p:spPr>
          <a:xfrm>
            <a:off x="681835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Stephy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57025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678329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52810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602350" y="593725"/>
            <a:ext cx="3939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Meet The Team Members ✨</a:t>
            </a:r>
            <a:endParaRPr b="1" sz="21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porate headshot of a woman" id="98" name="Google Shape;98;p18"/>
          <p:cNvPicPr preferRelativeResize="0"/>
          <p:nvPr/>
        </p:nvPicPr>
        <p:blipFill rotWithShape="1">
          <a:blip r:embed="rId4">
            <a:alphaModFix/>
          </a:blip>
          <a:srcRect b="5978" l="5978" r="5978" t="5978"/>
          <a:stretch/>
        </p:blipFill>
        <p:spPr>
          <a:xfrm>
            <a:off x="1181526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" name="Google Shape;99;p18"/>
          <p:cNvSpPr txBox="1"/>
          <p:nvPr/>
        </p:nvSpPr>
        <p:spPr>
          <a:xfrm>
            <a:off x="115294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Lucy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904850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1105773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86270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5">
            <a:alphaModFix/>
          </a:blip>
          <a:srcRect b="29540" l="0" r="0" t="3793"/>
          <a:stretch/>
        </p:blipFill>
        <p:spPr>
          <a:xfrm>
            <a:off x="3065915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" name="Google Shape;104;p18"/>
          <p:cNvSpPr txBox="1"/>
          <p:nvPr/>
        </p:nvSpPr>
        <p:spPr>
          <a:xfrm>
            <a:off x="3037338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Dan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2789239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2990112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2747090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6">
            <a:alphaModFix/>
          </a:blip>
          <a:srcRect b="30956" l="21959" r="35386" t="9410"/>
          <a:stretch/>
        </p:blipFill>
        <p:spPr>
          <a:xfrm>
            <a:off x="496253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18"/>
          <p:cNvSpPr txBox="1"/>
          <p:nvPr/>
        </p:nvSpPr>
        <p:spPr>
          <a:xfrm>
            <a:off x="493396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Alex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68586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88060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64371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7">
            <a:alphaModFix/>
          </a:blip>
          <a:srcRect b="8867" l="6007" r="14013" t="0"/>
          <a:stretch/>
        </p:blipFill>
        <p:spPr>
          <a:xfrm>
            <a:off x="6846927" y="1406100"/>
            <a:ext cx="1115700" cy="1064700"/>
          </a:xfrm>
          <a:prstGeom prst="roundRect">
            <a:avLst>
              <a:gd fmla="val 8395" name="adj"/>
            </a:avLst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" name="Google Shape;114;p18"/>
          <p:cNvSpPr txBox="1"/>
          <p:nvPr/>
        </p:nvSpPr>
        <p:spPr>
          <a:xfrm>
            <a:off x="6818350" y="2470803"/>
            <a:ext cx="1172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Stephy</a:t>
            </a:r>
            <a:endParaRPr sz="17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6570251" y="3208003"/>
            <a:ext cx="1668900" cy="1263600"/>
          </a:xfrm>
          <a:prstGeom prst="roundRect">
            <a:avLst>
              <a:gd fmla="val 1042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783299" y="3442744"/>
            <a:ext cx="12672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Brief about what you do in 3-5 words</a:t>
            </a:r>
            <a:endParaRPr sz="11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6528102" y="2779785"/>
            <a:ext cx="175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Write: Your job profile</a:t>
            </a:r>
            <a:endParaRPr sz="1300">
              <a:solidFill>
                <a:srgbClr val="FFFFFF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2602350" y="593725"/>
            <a:ext cx="39393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Meet The Team Members ✨</a:t>
            </a:r>
            <a:endParaRPr b="1" sz="21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 title="slide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675" y="-44000"/>
            <a:ext cx="9333499" cy="5263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699838" y="1348500"/>
            <a:ext cx="6065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Lora Medium"/>
                <a:ea typeface="Lora Medium"/>
                <a:cs typeface="Lora Medium"/>
                <a:sym typeface="Lora Medium"/>
              </a:rPr>
              <a:t>Write one line Problem Statement</a:t>
            </a:r>
            <a:endParaRPr sz="2100">
              <a:solidFill>
                <a:schemeClr val="lt1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495125" y="616575"/>
            <a:ext cx="7289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What is the Problem you are solving?</a:t>
            </a:r>
            <a:endParaRPr b="1" sz="25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99850" y="2196925"/>
            <a:ext cx="4366800" cy="617100"/>
          </a:xfrm>
          <a:prstGeom prst="rect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699850" y="3010950"/>
            <a:ext cx="4366800" cy="617100"/>
          </a:xfrm>
          <a:prstGeom prst="rect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699850" y="3824975"/>
            <a:ext cx="4366800" cy="617100"/>
          </a:xfrm>
          <a:prstGeom prst="rect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5574" y="2282275"/>
            <a:ext cx="383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Supporting Point - 1</a:t>
            </a:r>
            <a:endParaRPr sz="17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981536" y="3096300"/>
            <a:ext cx="383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Supporting Point - 2</a:t>
            </a:r>
            <a:endParaRPr sz="17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981536" y="3910325"/>
            <a:ext cx="3839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Supporting Point - 3</a:t>
            </a:r>
            <a:endParaRPr sz="1700">
              <a:solidFill>
                <a:schemeClr val="lt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0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/>
        </p:nvSpPr>
        <p:spPr>
          <a:xfrm>
            <a:off x="2374050" y="293825"/>
            <a:ext cx="4504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Product Demo</a:t>
            </a:r>
            <a:endParaRPr sz="25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1261650" y="1041575"/>
            <a:ext cx="6620700" cy="339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SCREENSHOT and Loom video OF YOUR PRODUCT 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1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2374050" y="293825"/>
            <a:ext cx="4504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Product Demo</a:t>
            </a:r>
            <a:endParaRPr sz="25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1261650" y="1041575"/>
            <a:ext cx="6620700" cy="3395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Attach the link of Loom video OF YOUR PRODUCT 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2" title="slide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5154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2319900" y="2030375"/>
            <a:ext cx="45042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FFFFFF"/>
                </a:solidFill>
                <a:latin typeface="Lora SemiBold"/>
                <a:ea typeface="Lora SemiBold"/>
                <a:cs typeface="Lora SemiBold"/>
                <a:sym typeface="Lora SemiBold"/>
              </a:rPr>
              <a:t>Thank You ✨</a:t>
            </a:r>
            <a:endParaRPr sz="3200">
              <a:solidFill>
                <a:srgbClr val="FFFFFF"/>
              </a:solidFill>
              <a:latin typeface="Lora SemiBold"/>
              <a:ea typeface="Lora SemiBold"/>
              <a:cs typeface="Lora SemiBold"/>
              <a:sym typeface="Lora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